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観測次元数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D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7
(現在)</c:v>
                  </c:pt>
                  <c:pt idx="1">
                    <c:v>Phase 8
+IMU</c:v>
                  </c:pt>
                  <c:pt idx="2">
                    <c:v>Phase 8
+FSR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48</c:v>
                </c:pt>
                <c:pt idx="2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D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3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SCSC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Cybernetic System Controller — CUDA-Powered Active Inference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超電脳サイバネティクス制御システム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1A233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CUDA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40864" y="3200400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1A233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32004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AGX Orin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32004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A233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61304" y="3200400"/>
            <a:ext cx="1975104" cy="347472"/>
          </a:xfrm>
          <a:prstGeom prst="roundRect">
            <a:avLst>
              <a:gd name="adj" fmla="val 13158"/>
            </a:avLst>
          </a:prstGeom>
          <a:solidFill>
            <a:srgbClr val="1A233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61304" y="320040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914400" cy="914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 Portfolio  |  2026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プロジェクト概要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SCSC?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6459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SCSCは「能動的推論 (Active Inference)」を用いた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二足歩行ヒューマノイドロボットの自律制御システムです。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GPU上に生成モデルをフル実装し、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脳の自由エネルギー原理に基づく推論を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リアルタイムで並列実行します。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予測誤差を最小化する行動をロボットが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自律的に生成する、先端的なシステムです。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0" y="1097280"/>
            <a:ext cx="3017520" cy="10058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097280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1207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GPU実装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37960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2048コア並列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リアルタイム推論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669280" y="2286000"/>
            <a:ext cx="3017520" cy="10058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69280" y="2286000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146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7960" y="2395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能動的推論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537960" y="2761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自由エネルギー原理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カスタムカーネル群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669280" y="3474720"/>
            <a:ext cx="3017520" cy="10058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669280" y="3474720"/>
            <a:ext cx="64008" cy="1005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7033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584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二足歩行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537960" y="3950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Manoi PF01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17軸サーボ制御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システムアーキテクチャ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32918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AGX Orin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メイン制御ボード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並列推論</a:t>
            </a:r>
            <a:endParaRPr lang="en-US" sz="12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生成モデル計算</a:t>
            </a:r>
            <a:endParaRPr lang="en-US" sz="12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カメラ処理 (顔検出)</a:t>
            </a:r>
            <a:endParaRPr lang="en-US" sz="12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 軌道計画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097280"/>
            <a:ext cx="2697480" cy="32918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716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069080" y="1645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リアルタイム制御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11880" y="2103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サーボ通信</a:t>
            </a:r>
            <a:endParaRPr lang="en-US" sz="12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17軸 PWM 制御</a:t>
            </a:r>
            <a:endParaRPr lang="en-US" sz="12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600MHz ARM Cortex-M7</a:t>
            </a:r>
            <a:endParaRPr lang="en-US" sz="12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μs レベル応答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097280"/>
            <a:ext cx="2697480" cy="32918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716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4944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Manoi PF01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949440" y="16459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ヒューマノイドロボット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92240" y="21031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17軸 ICS サーボ</a:t>
            </a:r>
            <a:endParaRPr lang="en-US" sz="12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カメラ搭載</a:t>
            </a:r>
            <a:endParaRPr lang="en-US" sz="12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二足歩行機構</a:t>
            </a:r>
            <a:endParaRPr lang="en-US" sz="12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8: IMU + FSR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063240" y="2560320"/>
            <a:ext cx="36576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18"/>
          <p:cNvSpPr/>
          <p:nvPr/>
        </p:nvSpPr>
        <p:spPr>
          <a:xfrm>
            <a:off x="288036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943600" y="2560320"/>
            <a:ext cx="36576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0"/>
          <p:cNvSpPr/>
          <p:nvPr/>
        </p:nvSpPr>
        <p:spPr>
          <a:xfrm>
            <a:off x="576072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Inference — 能動的推論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自由エネルギー原理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生物の脳は「生成モデル」を持ち、感覚入力を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常に予測している。予測と実際の観測の差（予測誤差）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を最小化することで、知覚と行動の両方が生まれる。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SCSCへの適用: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ロボットが「自分の身体がこう動くはず」という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予測を生成し、実際のセンサ値との誤差に基づいて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モータ指令を自律的に調整する。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0" y="1051560"/>
            <a:ext cx="3383280" cy="3383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観測ベクトル γ  (39次元)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サーボ角度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17次元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984248"/>
            <a:ext cx="256032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577840" y="1984248"/>
            <a:ext cx="1116037" cy="182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サーボ角速度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17次元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715768"/>
            <a:ext cx="256032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0" y="2715768"/>
            <a:ext cx="1116037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 (顔検出)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5次元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3447288"/>
            <a:ext cx="256032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577840" y="3447288"/>
            <a:ext cx="328246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8: +IMU(9) +FSR(4) → 52次元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CUDA × Active Inference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なぜGPUで能動的推論を実装するのか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18288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9776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CPU逐次処理の限界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 はベイズ推論の反復計算を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毎制御サイクル実行する。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CPU逐次処理では17軸サーボの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リアルタイム制御に必要な速度を確保できない。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1691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3977640" cy="18288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39776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GPU並列の解決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AGX Orin の 2048 CUDAコアで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生成モデル・自由エネルギー勾配・予測誤差を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すべてGPU上で並列実行。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リアルタイム推論ループを実現。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96596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46120"/>
            <a:ext cx="196596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83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2048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コア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AGX Orin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Ampere GPU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3246120"/>
            <a:ext cx="196596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06040" y="324612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3383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606040" y="3886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次元並列処理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0604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観測ベクトル γ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全チャネル同時計算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196596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4612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383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754880" y="3886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カスタムカーネル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/ error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/ action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3246120"/>
            <a:ext cx="196596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324612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383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903720" y="3886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推論ループ動作済み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制御周期内で完結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GPU推論パイプライン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gen_model.cuh — 推論ループの内部構造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1051560"/>
            <a:ext cx="5623560" cy="27432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0515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GPU 並列処理ゾーン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55448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155448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50876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観測取得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(39次元)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サーボ + カメラ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1417320"/>
            <a:ext cx="155448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1417320"/>
            <a:ext cx="15544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108960" y="1536192"/>
            <a:ext cx="411480" cy="201168"/>
          </a:xfrm>
          <a:prstGeom prst="roundRect">
            <a:avLst>
              <a:gd name="adj" fmla="val 13636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5361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148840" y="150876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21488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予測生成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生成モデル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GPU並列計算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840480" y="1417320"/>
            <a:ext cx="155448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0" y="1417320"/>
            <a:ext cx="1554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1536192"/>
            <a:ext cx="411480" cy="201168"/>
          </a:xfrm>
          <a:prstGeom prst="roundRect">
            <a:avLst>
              <a:gd name="adj" fmla="val 13636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5361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931920" y="15087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誤差計算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7764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予測誤差 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全次元並列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623560" y="1417320"/>
            <a:ext cx="155448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23560" y="1417320"/>
            <a:ext cx="1554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6675120" y="1536192"/>
            <a:ext cx="411480" cy="201168"/>
          </a:xfrm>
          <a:prstGeom prst="roundRect">
            <a:avLst>
              <a:gd name="adj" fmla="val 13636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15361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715000" y="15087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F最小化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6072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自由エネルギー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勾配降下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406640" y="1417320"/>
            <a:ext cx="155448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06640" y="1417320"/>
            <a:ext cx="155448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3" name="Shape 41"/>
          <p:cNvSpPr/>
          <p:nvPr/>
        </p:nvSpPr>
        <p:spPr>
          <a:xfrm>
            <a:off x="7498080" y="150876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6384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行動出力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54380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モータ指令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Teensy</a:t>
            </a:r>
            <a:endParaRPr lang="en-US" sz="100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18688"/>
            <a:ext cx="274320" cy="27432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カスタムCUDAカーネル実装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274320" y="3611880"/>
            <a:ext cx="2057400" cy="12344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0" name="Shape 47"/>
          <p:cNvSpPr/>
          <p:nvPr/>
        </p:nvSpPr>
        <p:spPr>
          <a:xfrm>
            <a:off x="274320" y="3611880"/>
            <a:ext cx="45720" cy="1234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predict_kernel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508760" y="3685032"/>
            <a:ext cx="685800" cy="201168"/>
          </a:xfrm>
          <a:prstGeom prst="roundRect">
            <a:avLst>
              <a:gd name="adj" fmla="val 13636"/>
            </a:avLst>
          </a:prstGeom>
          <a:solidFill>
            <a:srgbClr val="00D4FF">
              <a:alpha val="15000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1508760" y="36850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gen_model.cuh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411480" y="3977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生成モデルから予測観測を計算。各観測次元を1スレッドが担当し、39次元を同時に予測生成。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2468880" y="3611880"/>
            <a:ext cx="2057400" cy="12344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6" name="Shape 53"/>
          <p:cNvSpPr/>
          <p:nvPr/>
        </p:nvSpPr>
        <p:spPr>
          <a:xfrm>
            <a:off x="2468880" y="3611880"/>
            <a:ext cx="45720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4"/>
          <p:cNvSpPr/>
          <p:nvPr/>
        </p:nvSpPr>
        <p:spPr>
          <a:xfrm>
            <a:off x="2606040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error_kernel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3703320" y="3685032"/>
            <a:ext cx="685800" cy="201168"/>
          </a:xfrm>
          <a:prstGeom prst="roundRect">
            <a:avLst>
              <a:gd name="adj" fmla="val 13636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3703320" y="36850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推論コア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2606040" y="3977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予測値と実観測の差分を全次元並列で算出。精度重み付き予測誤差ベクトル ε を構成。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4663440" y="3611880"/>
            <a:ext cx="2057400" cy="12344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2" name="Shape 59"/>
          <p:cNvSpPr/>
          <p:nvPr/>
        </p:nvSpPr>
        <p:spPr>
          <a:xfrm>
            <a:off x="4663440" y="3611880"/>
            <a:ext cx="45720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3" name="Text 60"/>
          <p:cNvSpPr/>
          <p:nvPr/>
        </p:nvSpPr>
        <p:spPr>
          <a:xfrm>
            <a:off x="4800600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gradient_kernel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897880" y="3685032"/>
            <a:ext cx="685800" cy="201168"/>
          </a:xfrm>
          <a:prstGeom prst="roundRect">
            <a:avLst>
              <a:gd name="adj" fmla="val 13636"/>
            </a:avLst>
          </a:prstGeom>
          <a:solidFill>
            <a:srgbClr val="8B5CF6">
              <a:alpha val="15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5897880" y="36850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最適化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4800600" y="3977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自由エネルギー F の勾配を計算。内部状態 μ の更新方向をGPU上でリアルタイムに決定。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6858000" y="3611880"/>
            <a:ext cx="2057400" cy="12344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8" name="Shape 65"/>
          <p:cNvSpPr/>
          <p:nvPr/>
        </p:nvSpPr>
        <p:spPr>
          <a:xfrm>
            <a:off x="6858000" y="3611880"/>
            <a:ext cx="4572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9" name="Text 66"/>
          <p:cNvSpPr/>
          <p:nvPr/>
        </p:nvSpPr>
        <p:spPr>
          <a:xfrm>
            <a:off x="6995160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action_kernel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8092440" y="3685032"/>
            <a:ext cx="685800" cy="201168"/>
          </a:xfrm>
          <a:prstGeom prst="roundRect">
            <a:avLst>
              <a:gd name="adj" fmla="val 13636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71" name="Text 68"/>
          <p:cNvSpPr/>
          <p:nvPr/>
        </p:nvSpPr>
        <p:spPr>
          <a:xfrm>
            <a:off x="8092440" y="36850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6995160" y="3977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最小化された F に基づき最適行動（モータ指令）を生成。Teensy へ UART送信。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技術スタック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CUDA / Jetson AGX Orin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CUDAコア  |  Ampere GPU  |  64GB メモリ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08760" y="1874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gen_model.cuh でActive Inferenceの全推論パイプラインをGPU並列実行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1280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0" y="16916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観測次元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223760" y="1280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223760" y="16916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カーネル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46720" y="1280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046720" y="16916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2651760"/>
            <a:ext cx="1536192" cy="2011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96696" y="2880360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2953512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3474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" y="384048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ファームウェア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139696" y="2651760"/>
            <a:ext cx="1536192" cy="2011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679192" y="2880360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772" y="295351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231136" y="3474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231136" y="384048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自由エネルギー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予測誤差ベース制御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822192" y="2651760"/>
            <a:ext cx="1536192" cy="2011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361688" y="2880360"/>
            <a:ext cx="457200" cy="457200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953512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913632" y="3474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913632" y="384048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顔検出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BB→観測ベクトル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504688" y="2651760"/>
            <a:ext cx="1536192" cy="2011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044184" y="2880360"/>
            <a:ext cx="457200" cy="4572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764" y="2953512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96128" y="3474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SSH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596128" y="384048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Jetson開発環境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リモート開発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187184" y="2651760"/>
            <a:ext cx="1536192" cy="2011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7726680" y="2880360"/>
            <a:ext cx="457200" cy="457200"/>
          </a:xfrm>
          <a:prstGeom prst="ellipse">
            <a:avLst/>
          </a:prstGeom>
          <a:solidFill>
            <a:srgbClr val="E2E8F0">
              <a:alpha val="20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2953512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278624" y="3474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7278624" y="384048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ソースコード管理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バージョン管理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開発フェーズ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737360"/>
            <a:ext cx="36576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基盤構築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444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プロジェクト設計・BOM選定・理論調査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234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594360" cy="5943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2651760"/>
            <a:ext cx="36576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ハードウェア統合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359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Jetson+Teensy+Manoi統合・GitHub構築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83780" y="214884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3780" y="2148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97180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05840" y="3566160"/>
            <a:ext cx="36576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センサ拡張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3273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(BNO055) + FSR 足圧センサ統合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83780" y="306324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475569">
              <a:alpha val="20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3780" y="3063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8862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自律歩行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4187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ZMP軌道計画・実機歩行テスト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83780" y="3977640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475569">
              <a:alpha val="20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3780" y="3977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観測ベクトル拡張ロードマップ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389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97280"/>
            <a:ext cx="3566160" cy="6858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" name="Shape 3"/>
          <p:cNvSpPr/>
          <p:nvPr/>
        </p:nvSpPr>
        <p:spPr>
          <a:xfrm>
            <a:off x="5212080" y="1097280"/>
            <a:ext cx="54864" cy="68580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2344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9788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サーボ角度/角速度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046720" y="1143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34次元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89788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17軸 × 2（角度+角速度）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212080" y="1920240"/>
            <a:ext cx="3566160" cy="6858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2" name="Shape 8"/>
          <p:cNvSpPr/>
          <p:nvPr/>
        </p:nvSpPr>
        <p:spPr>
          <a:xfrm>
            <a:off x="5212080" y="1920240"/>
            <a:ext cx="54864" cy="6858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0574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9788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 (顔検出)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046720" y="1965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5次元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89788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BB中心(x,y) + サイズ(w,h) + confidence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212080" y="2743200"/>
            <a:ext cx="3566160" cy="6858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8" name="Shape 13"/>
          <p:cNvSpPr/>
          <p:nvPr/>
        </p:nvSpPr>
        <p:spPr>
          <a:xfrm>
            <a:off x="5212080" y="27432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8803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9788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(BNO055)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046720" y="2788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+9次元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89788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加速度3 + ジャイロ3 + 地磁気3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212080" y="3566160"/>
            <a:ext cx="3566160" cy="6858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4" name="Shape 18"/>
          <p:cNvSpPr/>
          <p:nvPr/>
        </p:nvSpPr>
        <p:spPr>
          <a:xfrm>
            <a:off x="5212080" y="3566160"/>
            <a:ext cx="54864" cy="68580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7033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9788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足圧センサ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046720" y="3611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+4次元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89788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左右足 × 2点 → ZMP計測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 の強み：生成モデルに観測チャネルを追加するだけでセンサ統合が可能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リポジトリ構成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00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051560"/>
            <a:ext cx="4572000" cy="3474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051560"/>
            <a:ext cx="4572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1170432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1170432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1371600" y="1170432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164592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sephiroth-xenogears/SCSC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SCSC/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トップページ（スライド画像埋め込み）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" y="2103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05840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gen_model.cuh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9184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生成モデル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ics_driver.cpp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9184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サーボ通信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5840" y="2926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main.cpp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918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メインループ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0584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05840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scsc-pr-phase1-7.pptx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9184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プレゼン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584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slides/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9184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slide-01～12.jpg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0584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0" y="1051560"/>
            <a:ext cx="3017520" cy="14630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85216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開発ワークフロー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85216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ホストPC: ドキュメント管理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Jetson: コード開発 (SSH)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認証: PAT + credential.helper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669280" y="2743200"/>
            <a:ext cx="3017520" cy="457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66928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github.com/sephiroth-xenogears/SCSC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今後のロードマップ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3474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7764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短期目標 (Phase 7-4)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 購入・PCBはんだ付け</a:t>
            </a:r>
            <a:endParaRPr lang="en-US" sz="12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ファームウェア実装</a:t>
            </a:r>
            <a:endParaRPr lang="en-US" sz="12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↔ Teensy UART通信テスト</a:t>
            </a:r>
            <a:endParaRPr lang="en-US" sz="12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1軸 → 17軸 段階的サーボ動作テスト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3474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中期目標 (Phase 8+)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74920" y="18288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(BNO055) センサフュージョン</a:t>
            </a:r>
            <a:endParaRPr lang="en-US" sz="12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足圧センサ ZMP計測</a:t>
            </a:r>
            <a:endParaRPr lang="en-US" sz="12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 軌道計画 (Jetson側)</a:t>
            </a:r>
            <a:endParaRPr lang="en-US" sz="12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実機歩行テスト</a:t>
            </a:r>
            <a:endParaRPr lang="en-US" sz="120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理論学習（教科書 第4/6/8章）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10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SCSC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超電脳サイバネティクス制御システム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2743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viewing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6576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1A233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373075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github.com/sephiroth-xenogears/SCSC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SCSC - 超電脳サイバネティクス制御システム</dc:title>
  <dc:subject>PptxGenJS Presentation</dc:subject>
  <dc:creator>SCSC Project</dc:creator>
  <cp:lastModifiedBy>SCSC Project</cp:lastModifiedBy>
  <cp:revision>1</cp:revision>
  <dcterms:created xsi:type="dcterms:W3CDTF">2026-03-20T08:17:12Z</dcterms:created>
  <dcterms:modified xsi:type="dcterms:W3CDTF">2026-03-20T08:17:12Z</dcterms:modified>
</cp:coreProperties>
</file>